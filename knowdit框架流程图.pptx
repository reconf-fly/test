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000000"/>
                </a:solidFill>
              </a:defRPr>
            </a:pPr>
            <a:r>
              <a:t>Knowdit 框架流程图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000000"/>
                </a:solidFill>
              </a:defRPr>
            </a:pPr>
            <a:r>
              <a:t>重新整理版：清晰单向箭头 + 黑色文字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</a:defRPr>
            </a:pPr>
            <a:r>
              <a:t>Knowdit：知识图谱驱动的 Agentic 漏洞检测流程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822960"/>
            <a:ext cx="1737360" cy="7315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输入</a:t>
            </a:r>
            <a:br/>
            <a:r>
              <a:t>历史项目+审计报告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77440" y="822960"/>
            <a:ext cx="1828800" cy="7315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阶段I</a:t>
            </a:r>
            <a:br/>
            <a:r>
              <a:t>DeFi语义提取/去重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822960"/>
            <a:ext cx="1828800" cy="7315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阶段II</a:t>
            </a:r>
            <a:br/>
            <a:r>
              <a:t>漏洞模式提取/去重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822960"/>
            <a:ext cx="1828800" cy="7315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阶段III</a:t>
            </a:r>
            <a:br/>
            <a:r>
              <a:t>语义-模式因果链接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822960"/>
            <a:ext cx="2560320" cy="73152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审计知识图谱 G</a:t>
            </a:r>
            <a:br/>
            <a:r>
              <a:t>DeFi Space + Vulnerability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48840"/>
            <a:ext cx="1737360" cy="7315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输入</a:t>
            </a:r>
            <a:br/>
            <a:r>
              <a:t>新项目 Solidity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148840"/>
            <a:ext cx="1828800" cy="73152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1) Knowledge Mapper</a:t>
            </a:r>
            <a:br/>
            <a:r>
              <a:t>检索语义-漏洞对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1828800" cy="73152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2) Specification Generator</a:t>
            </a:r>
            <a:br/>
            <a:r>
              <a:t>生成审计规范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148840"/>
            <a:ext cx="1828800" cy="73152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3) Harness Synthesizer</a:t>
            </a:r>
            <a:br/>
            <a:r>
              <a:t>生成/修复测试Harness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2148840"/>
            <a:ext cx="1188720" cy="73152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4) Fuzz</a:t>
            </a:r>
            <a:br/>
            <a:r>
              <a:t>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2148840"/>
            <a:ext cx="1097280" cy="73152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5) Finding</a:t>
            </a:r>
            <a:br/>
            <a:r>
              <a:t>Reflector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474720"/>
            <a:ext cx="1828800" cy="64008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执行失败/规范问题</a:t>
            </a:r>
            <a:br/>
            <a:r>
              <a:t>返回上游重生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474720"/>
            <a:ext cx="2560320" cy="64008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确认漏洞</a:t>
            </a:r>
            <a:br/>
            <a:r>
              <a:t>报告并回写图谱 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4572000"/>
            <a:ext cx="8869680" cy="7772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000000"/>
                </a:solidFill>
              </a:defRPr>
            </a:pPr>
            <a:r>
              <a:t>共享 Working Memory：覆盖率、执行轨迹、违规反馈、修复历史（为下一轮调度提供依据）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18872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206240" y="118872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309360" y="118872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412480" y="118872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03120" y="251460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06240" y="251460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251460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12480" y="251460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75520" y="2514600"/>
            <a:ext cx="274320" cy="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657600" y="1554480"/>
            <a:ext cx="5029200" cy="59436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498079" y="2880360"/>
            <a:ext cx="1783081" cy="59436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966960" y="2880360"/>
            <a:ext cx="731520" cy="59436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498079" y="2880360"/>
            <a:ext cx="0" cy="59436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966960" y="1554480"/>
            <a:ext cx="0" cy="192024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81160" y="2880360"/>
            <a:ext cx="0" cy="169164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698480" y="2880360"/>
            <a:ext cx="0" cy="169164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3291840" y="2880360"/>
            <a:ext cx="2651760" cy="169164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5394960" y="2880360"/>
            <a:ext cx="1737360" cy="1691640"/>
          </a:xfrm>
          <a:prstGeom prst="line">
            <a:avLst/>
          </a:prstGeom>
          <a:ln w="20320">
            <a:solidFill>
              <a:srgbClr val="46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5760" y="42519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</a:defRPr>
            </a:pPr>
            <a:r>
              <a:t>说明：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2628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00000"/>
                </a:solidFill>
              </a:defRPr>
            </a:pPr>
            <a:r>
              <a:t>直线箭头：明确单向流向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主流程按 1→5 顺序执行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返工仅回到上游节点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